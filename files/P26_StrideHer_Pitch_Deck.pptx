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Pessimistic</c:v>
                </c:pt>
              </c:strCache>
            </c:strRef>
          </c:tx>
          <c:spPr>
            <a:solidFill>
              <a:srgbClr val="C07C7C"/>
            </a:solidFill>
            <a:ln w="38100" cap="flat">
              <a:solidFill>
                <a:srgbClr val="C07C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7C7C"/>
              </a:solidFill>
              <a:ln w="9525" cap="flat">
                <a:solidFill>
                  <a:srgbClr val="C07C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700</c:v>
                </c:pt>
                <c:pt idx="1">
                  <c:v>1050</c:v>
                </c:pt>
                <c:pt idx="2">
                  <c:v>1400</c:v>
                </c:pt>
                <c:pt idx="3">
                  <c:v>1750</c:v>
                </c:pt>
                <c:pt idx="4">
                  <c:v>2100</c:v>
                </c:pt>
                <c:pt idx="5">
                  <c:v>2450</c:v>
                </c:pt>
                <c:pt idx="6">
                  <c:v>2625</c:v>
                </c:pt>
                <c:pt idx="7">
                  <c:v>2800</c:v>
                </c:pt>
                <c:pt idx="8">
                  <c:v>3000</c:v>
                </c:pt>
                <c:pt idx="9">
                  <c:v>3200</c:v>
                </c:pt>
                <c:pt idx="10">
                  <c:v>3400</c:v>
                </c:pt>
                <c:pt idx="11">
                  <c:v>3600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1400</c:v>
                </c:pt>
                <c:pt idx="1">
                  <c:v>2100</c:v>
                </c:pt>
                <c:pt idx="2">
                  <c:v>2800</c:v>
                </c:pt>
                <c:pt idx="3">
                  <c:v>3500</c:v>
                </c:pt>
                <c:pt idx="4">
                  <c:v>4200</c:v>
                </c:pt>
                <c:pt idx="5">
                  <c:v>4900</c:v>
                </c:pt>
                <c:pt idx="6">
                  <c:v>5250</c:v>
                </c:pt>
                <c:pt idx="7">
                  <c:v>5600</c:v>
                </c:pt>
                <c:pt idx="8">
                  <c:v>6000</c:v>
                </c:pt>
                <c:pt idx="9">
                  <c:v>6400</c:v>
                </c:pt>
                <c:pt idx="10">
                  <c:v>6800</c:v>
                </c:pt>
                <c:pt idx="11">
                  <c:v>7200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7A9A7E"/>
            </a:solidFill>
            <a:ln w="38100" cap="flat">
              <a:solidFill>
                <a:srgbClr val="7A9A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9A7E"/>
              </a:solidFill>
              <a:ln w="9525" cap="flat">
                <a:solidFill>
                  <a:srgbClr val="7A9A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2100</c:v>
                </c:pt>
                <c:pt idx="1">
                  <c:v>3150</c:v>
                </c:pt>
                <c:pt idx="2">
                  <c:v>4200</c:v>
                </c:pt>
                <c:pt idx="3">
                  <c:v>5250</c:v>
                </c:pt>
                <c:pt idx="4">
                  <c:v>6300</c:v>
                </c:pt>
                <c:pt idx="5">
                  <c:v>7350</c:v>
                </c:pt>
                <c:pt idx="6">
                  <c:v>7875</c:v>
                </c:pt>
                <c:pt idx="7">
                  <c:v>8400</c:v>
                </c:pt>
                <c:pt idx="8">
                  <c:v>9000</c:v>
                </c:pt>
                <c:pt idx="9">
                  <c:v>9600</c:v>
                </c:pt>
                <c:pt idx="10">
                  <c:v>10200</c:v>
                </c:pt>
                <c:pt idx="11">
                  <c:v>10800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7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StrideHer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Running Belt Designed for Women's Bodies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9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Your Way.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million women run regularly in the US. They all use gear designed for men.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4864" cy="914400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19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 Up on Women's Hips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belts designed for straight male torsos can't follow women's hip curves. Result: constant readjusting.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04672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97480"/>
            <a:ext cx="54864" cy="914400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0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Big Pocket = Chaos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keys, gels, and cash in a single compartment. Keys scratch phone screens. Gels slide out of reach.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22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Period Consideration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42 running belt products offer any accommodation for period products. Half the market, completely ignored.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StrideHer: designed around women's bodies, not adapted from men's.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20240" cy="2560320"/>
          </a:xfrm>
          <a:prstGeom prst="rect">
            <a:avLst/>
          </a:prstGeom>
          <a:solidFill>
            <a:srgbClr val="25365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920240" cy="54864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Contoured 4-Panel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for women's hip geometry. Follows your curves instead of fighting them.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1920240" cy="2560320"/>
          </a:xfrm>
          <a:prstGeom prst="rect">
            <a:avLst/>
          </a:prstGeom>
          <a:solidFill>
            <a:srgbClr val="25365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645920"/>
            <a:ext cx="1920240" cy="54864"/>
          </a:xfrm>
          <a:prstGeom prst="rect">
            <a:avLst/>
          </a:prstGeom>
          <a:solidFill>
            <a:srgbClr val="7A9A7E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Separate Zippered Pockets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25146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fuel (magnetic snap), and valuables — each with its own YKK zipper.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1920240" cy="2560320"/>
          </a:xfrm>
          <a:prstGeom prst="rect">
            <a:avLst/>
          </a:prstGeom>
          <a:solidFill>
            <a:srgbClr val="25365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45920"/>
            <a:ext cx="1920240" cy="5486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 Silicone Grip Dots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5146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Medical-grade hexagonal pattern eliminates bounce. Stays put from mile 1 to 26.2.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645920"/>
            <a:ext cx="1920240" cy="2560320"/>
          </a:xfrm>
          <a:prstGeom prst="rect">
            <a:avLst/>
          </a:prstGeom>
          <a:solidFill>
            <a:srgbClr val="25365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645920"/>
            <a:ext cx="1920240" cy="54864"/>
          </a:xfrm>
          <a:prstGeom prst="rect">
            <a:avLst/>
          </a:prstGeom>
          <a:solidFill>
            <a:srgbClr val="E8D5B7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Period Pocket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5146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mesh compartment for period products. Feature 0 of 42 competitors offer.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  |  Free US Shipping  |  30-Day Guarantee  |  Adjustable 25"-43"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Running Gear 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Belts + Waist Packs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$500K–$2M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Women-Specific Running Belts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8046720" cy="36576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 monthly Google searches for "women's running belt"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running participation up 32% since 2019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incumbent brands claim women-specific running belt positioning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parkrun movement: 2M+ registered UK runners (grassroots channel)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15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115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$34.99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11480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18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(per unit)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6184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411480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$9.88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4114800" cy="438912"/>
          </a:xfrm>
          <a:prstGeom prst="rect">
            <a:avLst/>
          </a:prstGeom>
          <a:solidFill>
            <a:srgbClr val="7A9A7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24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624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$17.48 (50.0%)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411480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27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Gross Margin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127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71.8%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4114800" cy="438912"/>
          </a:xfrm>
          <a:prstGeom prst="rect">
            <a:avLst/>
          </a:prstGeom>
          <a:solidFill>
            <a:srgbClr val="7A9A7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30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630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units/month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1097280"/>
            <a:ext cx="3657600" cy="31089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16459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contribution margin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every $35 order contributes $17.48 to fixed costs and profit.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63 units/month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($2,200 revenue), the business covers all costs. Every unit above 63 is pure profit.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$10K bootstrap budget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6+ months of operations with $2K contingency reserve.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StrideHer occupies the only uncontested position in the market: women-specific + multi-pocket.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FlipBelt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SPIbelt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Women-Specific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Unisex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Unisex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Unisex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separate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expandable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zippered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Pocket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Hidden mesh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Anti-Bounce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silicone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strips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25"-43"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Fixed sizes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Elastic+clip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$28-32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371600"/>
            <a:ext cx="1609344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3"/>
          <p:cNvSpPr/>
          <p:nvPr/>
        </p:nvSpPr>
        <p:spPr>
          <a:xfrm>
            <a:off x="2157984" y="1371600"/>
            <a:ext cx="1609344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4"/>
          <p:cNvSpPr/>
          <p:nvPr/>
        </p:nvSpPr>
        <p:spPr>
          <a:xfrm>
            <a:off x="3767328" y="1371600"/>
            <a:ext cx="1609344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5"/>
          <p:cNvSpPr/>
          <p:nvPr/>
        </p:nvSpPr>
        <p:spPr>
          <a:xfrm>
            <a:off x="5376672" y="1371600"/>
            <a:ext cx="1609344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6"/>
          <p:cNvSpPr/>
          <p:nvPr/>
        </p:nvSpPr>
        <p:spPr>
          <a:xfrm>
            <a:off x="6986016" y="1371600"/>
            <a:ext cx="1609344" cy="365760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011680" cy="54864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280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1-2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5544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Shopify launch. Meta Ads $10-15/day. Email waitlist → launch sequence. Influencer seeding (10 micro-influencers). Organic: IG + TikTok 4-5×/week.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2011680" cy="5486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Text 8"/>
          <p:cNvSpPr/>
          <p:nvPr/>
        </p:nvSpPr>
        <p:spPr>
          <a:xfrm>
            <a:off x="2670048" y="1280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0048" y="15544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0048" y="1920240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FBA launch. Google PMax $13/day. TikTok Shop + IG Shopping. Review flywheel active (30+ reviews). Begin wholesale outreach.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2011680" cy="54864"/>
          </a:xfrm>
          <a:prstGeom prst="rect">
            <a:avLst/>
          </a:prstGeom>
          <a:solidFill>
            <a:srgbClr val="7A9A7E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280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5-8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5544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1920240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achieved. VA hired ($360/month). 2-belt bundle launched. Race expo participation. International: UK localization via Shopify Markets.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097280"/>
            <a:ext cx="2011680" cy="54864"/>
          </a:xfrm>
          <a:prstGeom prst="rect">
            <a:avLst/>
          </a:prstGeom>
          <a:solidFill>
            <a:srgbClr val="E8D5B7"/>
          </a:solidFill>
          <a:ln/>
        </p:spPr>
      </p:sp>
      <p:sp>
        <p:nvSpPr>
          <p:cNvPr id="20" name="Text 18"/>
          <p:cNvSpPr/>
          <p:nvPr/>
        </p:nvSpPr>
        <p:spPr>
          <a:xfrm>
            <a:off x="7059168" y="1280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D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9-12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59168" y="15544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9168" y="1920240"/>
            <a:ext cx="1792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UK launch. 3PL evaluation. Product #2 validation. 100+ reviews. Media relationships maturing. Year 1 target: $55-75K revenue.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914400"/>
          <a:ext cx="3017520" cy="2560320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731520"/>
                <a:gridCol w="731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Pessimistic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$20-30K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$55-75K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$85-120K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($2K)-$2K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$8-15K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$20-35K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$60-100K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$400-700K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A9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$800K-1.2M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Competitive Moat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7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285-task GTM plan (research through Year 3 vision)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product spec with approved supplier sample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SEO blog articles targeting high-volume keywords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151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social media calendar + 5 video scripts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Klaviyo email flows (18 emails) ready to deploy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financial scenarios with action plans for each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can be copied in 3 months.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can't be copied: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reviews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social followers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ambassador relationships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authority for "women's running belt"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brand equity
</a:t>
            </a:r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0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the brand, not the belt.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2194560"/>
          </a:xfrm>
          <a:prstGeom prst="rect">
            <a:avLst/>
          </a:prstGeom>
          <a:solidFill>
            <a:srgbClr val="25365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[CUSTOMIZE THIS SLIDE]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Mentorship: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"Seeking an advisor with D2C or running industry experience — 1 hour/month."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Investment: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"Seeking $25K-$50K at [VALUATION] for inventory scaling (2,000 units), Amazon PPC acceleration, first full-time hire, and race expo program."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Partnership: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"Exploring wholesale partnerships with specialty running stores. 50% margin, MOQ 12 units, free shipping on 24+."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8046720" cy="36576"/>
          </a:xfrm>
          <a:prstGeom prst="rect">
            <a:avLst/>
          </a:prstGeom>
          <a:solidFill>
            <a:srgbClr val="C07C7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Founder, StrideHer LLC  |  [EMAIL]  |  strideher.com  |  @strideher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9A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Your Way.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StrideHer — Investor Pitch Deck</dc:title>
  <dc:subject>PptxGenJS Presentation</dc:subject>
  <dc:creator>StrideHer LLC</dc:creator>
  <cp:lastModifiedBy>StrideHer LLC</cp:lastModifiedBy>
  <cp:revision>1</cp:revision>
  <dcterms:created xsi:type="dcterms:W3CDTF">2026-04-12T15:51:22Z</dcterms:created>
  <dcterms:modified xsi:type="dcterms:W3CDTF">2026-04-12T15:51:22Z</dcterms:modified>
</cp:coreProperties>
</file>